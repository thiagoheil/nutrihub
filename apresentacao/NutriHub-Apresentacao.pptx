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[0:00–0:45] Abertura: 'Bom dia! Vou apresentar o NutriHub, um aplicativo que conecta pacientes e nutricionistas em um só lugar — o paciente acompanha dieta, hidratação e medidas no dia a dia, e o nutricionista gerencia pacientes e planos à distância.' Diga seu nome/papel e o que verão nos próximos 10 minutos: visão do paciente, visão do nutricionista e a tecnologia por 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[0:45–1:45] O problema: a dieta 'vive' num PDF que o paciente esquece; o nutricionista só descobre se o plano funcionou na consulta seguinte, semanas depois; e a adesão cai sem acompanhamento. A proposta do NutriHub: transformar o plano alimentar em algo vivo — o paciente marca refeições em 2 toques, registra água e medidas, e o nutricionista enxerga tudo em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[1:45–2:30] Visão geral: um único app com dois perfis. No cadastro a pessoa escolhe se é paciente ou nutricionista e cai em experiências diferentes. À esquerda, a home do paciente; à direita, o painel do nutricionista. A conexão entre eles é o coração do produto: por busca geolocalizada ou por código de convite.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[2:30–3:30] Jornada do paciente, começando pela home: saudação, progresso de refeições do dia, peso e IMC atuais, plano ativo e o cartão de hidratação — a meta de água é calculada automaticamente (35 ml por kg de peso). Ao lado, o diário alimentar: calendário do mês, calorias consumidas versus meta e macros do dia (proteína, carboidrato, gordura).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[3:30–4:30] A tela de dieta é onde o hábito acontece: as refeições do dia com horário, calorias e proteína calculadas por item. Marcar uma refeição como feita são 2 toques — e isso alimenta o progresso da home, do diário e o que o nutricionista vê. Quem não tem nutricionista pode montar a própria dieta no construtor de dieta do app; quem tem, recebe o plano prescrito direto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[4:30–5:15] Métricas corporais: peso, cintura, quadril e outras medidas com gráfico de evolução e histórico completo. No exemplo, a paciente perdeu 3,5 kg em 8 semanas — esse tipo de feedback visual é o que mantém a motivação. E tudo isso fica visível para o nutricionista acompanhar a eficácia do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[5:15–6:00] Como paciente e nutricionista se conectam: a aba Nutricionistas lista profissionais próximos por geolocalização, com distância, avaliação, selo de verificado e especialidades. Alternativamente, o paciente digita o código de convite que recebeu do profissional (ex.: em uma consulta presencial) e conecta na hora. O nutricionista aceita a solicitação e o vínculo é criado.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[6:00–7:00] Agora o outro lado: o painel do nutricionista. Cartões de pacientes ativos e solicitações pendentes (com badge), convites ativos e ações rápidas. Na direita, a tela de solicitações onde ele aceita ou recusa novos pacientes. É o cockpit do dia a dia do profissional.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[7:00–7:45] Ferramentas de trabalho do nutricionista: a lista de pacientes dá acesso ao perfil, diário e plano de cada um; os convites são códigos com tipo de serviço e preço (ex.: plano mensal, premium) que ele compartilha para captar pacientes; e o acervo de receitas pode ser público ou exclusivo para pacientes.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[7:45–8:45] Por trás do app: React Native com Expo — um único código para iOS, Android e web. Backend Supabase (Postgres) com Row Level Security: cada usuário só enxerga os próprios dados, e o nutricionista só vê os pacientes vinculados a ele. TanStack Query mantém os dados sincronizados e Zustand cuida do estado global. Formulários validados com Zod. A stack permite iterar rápido com um time pequeno.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[8:45–10:00] Fechamento: o que vem a seguir — notificações push para lembrar refeições e água, comentários do nutricionista direto no diário do paciente, assinaturas dentro do app e fotos das refeições. Recapitule a mensagem central: 'O NutriHub tira o plano alimentar do papel e o coloca no bolso do paciente, com o nutricionista acompanhando de perto.' Agradeça e abra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2"/>
          <p:cNvSpPr/>
          <p:nvPr/>
        </p:nvSpPr>
        <p:spPr>
          <a:xfrm>
            <a:off x="8412480" y="-2194560"/>
            <a:ext cx="6766560" cy="6766560"/>
          </a:xfrm>
          <a:prstGeom prst="ellipse">
            <a:avLst/>
          </a:prstGeom>
          <a:solidFill>
            <a:srgbClr val="16A34A">
              <a:alpha val="1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-1645920" y="4023360"/>
            <a:ext cx="5120640" cy="5120640"/>
          </a:xfrm>
          <a:prstGeom prst="ellipse">
            <a:avLst/>
          </a:prstGeom>
          <a:solidFill>
            <a:srgbClr val="16A34A">
              <a:alpha val="1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659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NutriHub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F7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Nutrição acompanhada, do consultório ao dia a dia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Paciente + Nutricionista em um único app  ·  React Native + Supabase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68512" y="731520"/>
            <a:ext cx="2621066" cy="5522976"/>
          </a:xfrm>
          <a:prstGeom prst="roundRect">
            <a:avLst>
              <a:gd name="adj" fmla="val 628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C:\Users\Dado\AppData\Local\Temp\claude\c--Users-Dado-nutrihub-nutrihub\87c98652-911c-4eb6-becc-b0d5ed821908\scratchpad\shots\02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795528"/>
            <a:ext cx="249305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 que atacamos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dieta vive em um PDF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paciente recebe o plano na consulta e o esquece dias depois — sem lembretes, sem registro, sem feedback.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nutricionista trabalha às cegas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 descobre se o plano funcionou na consulta seguinte, semanas depois.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Adesão despenca sem acompanhamento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refeições, água e medidas precisa ser simples para virar hábito.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23760" y="192024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proposta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60604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app único que transforma o plano alimentar em rotina diária: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paciente registra refeições em 2 toques e o nutricionista acompanha a evolução em tempo real, entre consultas.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app, dois perfis conectados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Paciente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Dieta do dia, diário alimentar, hidratação, medidas corporais e busca de nutricionistas.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Nutricionista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com pacientes, solicitações, convites por código, planos e receitas.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Vínculo paciente ↔ profissional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geolocalização ou código de convite, com aceite do nutricionista.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73952" y="914400"/>
            <a:ext cx="2452046" cy="5157216"/>
          </a:xfrm>
          <a:prstGeom prst="roundRect">
            <a:avLst>
              <a:gd name="adj" fmla="val 6712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:\Users\Dado\AppData\Local\Temp\claude\c--Users-Dado-nutrihub-nutrihub\87c98652-911c-4eb6-becc-b0d5ed821908\scratchpad\shots\02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978408"/>
            <a:ext cx="2324030" cy="5029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6080760"/>
            <a:ext cx="29641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paciente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400032" y="914400"/>
            <a:ext cx="2452046" cy="5157216"/>
          </a:xfrm>
          <a:prstGeom prst="roundRect">
            <a:avLst>
              <a:gd name="adj" fmla="val 6712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C:\Users\Dado\AppData\Local\Temp\claude\c--Users-Dado-nutrihub-nutrihub\87c98652-911c-4eb6-becc-b0d5ed821908\scratchpad\shots\08-nutri-pai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978408"/>
            <a:ext cx="2324030" cy="5029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0" y="6080760"/>
            <a:ext cx="29641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nutricionista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PACIENTE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e diário alimentar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do dia em um olhar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Refeições feitas, peso, IMC e plano ativo.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Hidratação gamificada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automática de 35 ml/kg e botões rápidos (+250, +500, +750 ml).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Diário com calorias e macros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Calendário mensal e progresso de kcal, proteína, carbo e gordura.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73952" y="822960"/>
            <a:ext cx="2536556" cy="5340096"/>
          </a:xfrm>
          <a:prstGeom prst="roundRect">
            <a:avLst>
              <a:gd name="adj" fmla="val 648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:\Users\Dado\AppData\Local\Temp\claude\c--Users-Dado-nutrihub-nutrihub\87c98652-911c-4eb6-becc-b0d5ed821908\scratchpad\shots\02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886968"/>
            <a:ext cx="2408540" cy="5212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6172200"/>
            <a:ext cx="3048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400032" y="822960"/>
            <a:ext cx="2536556" cy="5340096"/>
          </a:xfrm>
          <a:prstGeom prst="roundRect">
            <a:avLst>
              <a:gd name="adj" fmla="val 648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C:\Users\Dado\AppData\Local\Temp\claude\c--Users-Dado-nutrihub-nutrihub\87c98652-911c-4eb6-becc-b0d5ed821908\scratchpad\shots\03-di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886968"/>
            <a:ext cx="2408540" cy="5212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0" y="6172200"/>
            <a:ext cx="3048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Diário alimentar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PACIENTE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Dieta do dia — o hábito em 2 toques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 detalhado por refeição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Horário, alimentos, quantidades, kcal e proteína calculados por item.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em 2 toques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Botão 'Marcar' → refeição feita → progresso atualiza em todas as telas.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Dieta própria ou prescrita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Construtor de dieta para autônomos; planos do nutricionista para acompanhados.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39912" y="662940"/>
            <a:ext cx="2684449" cy="5660136"/>
          </a:xfrm>
          <a:prstGeom prst="roundRect">
            <a:avLst>
              <a:gd name="adj" fmla="val 613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:\Users\Dado\AppData\Local\Temp\claude\c--Users-Dado-nutrihub-nutrihub\87c98652-911c-4eb6-becc-b0d5ed821908\scratchpad\shots\04-di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726948"/>
            <a:ext cx="2556433" cy="5532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880" y="6332220"/>
            <a:ext cx="31965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Minha Dieta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PACIENTE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que motiva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Medidas completas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Peso, cintura, quadril, braço, abdômen e mais — com IMC automático.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Gráficos de evolução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Variação visível (-3,5 kg em 8 semanas no exemplo) e histórico detalhado.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Compartilhado com o profissional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nutricionista acompanha a mesma evolução em tempo real.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39912" y="662940"/>
            <a:ext cx="2684449" cy="5660136"/>
          </a:xfrm>
          <a:prstGeom prst="roundRect">
            <a:avLst>
              <a:gd name="adj" fmla="val 613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:\Users\Dado\AppData\Local\Temp\claude\c--Users-Dado-nutrihub-nutrihub\87c98652-911c-4eb6-becc-b0d5ed821908\scratchpad\shots\05-metri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726948"/>
            <a:ext cx="2556433" cy="5532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880" y="6332220"/>
            <a:ext cx="31965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Medidas corporais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PACIENTE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Encontrar o profissional certo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por geolocalização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Profissionais próximos, com distância, avaliações e selo de verificado.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do nutricionista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Conexão direta via código de convite — ideal para quem já tem consultório.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Vínculo com aceite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solicitação chega ao nutricionista, que aceita ou recusa.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39912" y="662940"/>
            <a:ext cx="2684449" cy="5660136"/>
          </a:xfrm>
          <a:prstGeom prst="roundRect">
            <a:avLst>
              <a:gd name="adj" fmla="val 613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:\Users\Dado\AppData\Local\Temp\claude\c--Users-Dado-nutrihub-nutrihub\87c98652-911c-4eb6-becc-b0d5ed821908\scratchpad\shots\06-nutricionis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726948"/>
            <a:ext cx="2556433" cy="5532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880" y="6332220"/>
            <a:ext cx="31965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de nutricionistas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NUTRICIONISTA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cockpit do profissional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executivo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Pacientes ativos, solicitações pendentes e convites em um olhar.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solicitações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Aceite ou recuse pedidos de vínculo com contexto do paciente.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Ações rápidas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pacientes, gerar convite, receitas e pendências a um toque.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73952" y="822960"/>
            <a:ext cx="2536556" cy="5340096"/>
          </a:xfrm>
          <a:prstGeom prst="roundRect">
            <a:avLst>
              <a:gd name="adj" fmla="val 648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:\Users\Dado\AppData\Local\Temp\claude\c--Users-Dado-nutrihub-nutrihub\87c98652-911c-4eb6-becc-b0d5ed821908\scratchpad\shots\08-nutri-pa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886968"/>
            <a:ext cx="2408540" cy="5212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6172200"/>
            <a:ext cx="3048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400032" y="822960"/>
            <a:ext cx="2536556" cy="5340096"/>
          </a:xfrm>
          <a:prstGeom prst="roundRect">
            <a:avLst>
              <a:gd name="adj" fmla="val 648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C:\Users\Dado\AppData\Local\Temp\claude\c--Users-Dado-nutrihub-nutrihub\87c98652-911c-4eb6-becc-b0d5ed821908\scratchpad\shots\13-nutri-solicitaco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886968"/>
            <a:ext cx="2408540" cy="5212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0" y="6172200"/>
            <a:ext cx="3048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Solicitações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NUTRICIONISTA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Pacientes, convites e receitas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148072" y="982980"/>
            <a:ext cx="2388663" cy="5020056"/>
          </a:xfrm>
          <a:prstGeom prst="roundRect">
            <a:avLst>
              <a:gd name="adj" fmla="val 689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C:\Users\Dado\AppData\Local\Temp\claude\c--Users-Dado-nutrihub-nutrihub\87c98652-911c-4eb6-becc-b0d5ed821908\scratchpad\shots\09-nutri-paci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46988"/>
            <a:ext cx="2260647" cy="4892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2040" y="6012180"/>
            <a:ext cx="29007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Pacientes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662672" y="982980"/>
            <a:ext cx="2388663" cy="5020056"/>
          </a:xfrm>
          <a:prstGeom prst="roundRect">
            <a:avLst>
              <a:gd name="adj" fmla="val 689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C:\Users\Dado\AppData\Local\Temp\claude\c--Users-Dado-nutrihub-nutrihub\87c98652-911c-4eb6-becc-b0d5ed821908\scratchpad\shots\11-nutri-convi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046988"/>
            <a:ext cx="2260647" cy="4892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06640" y="6012180"/>
            <a:ext cx="29007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Convites com preço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10177272" y="982980"/>
            <a:ext cx="2388663" cy="5020056"/>
          </a:xfrm>
          <a:prstGeom prst="roundRect">
            <a:avLst>
              <a:gd name="adj" fmla="val 6891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C:\Users\Dado\AppData\Local\Temp\claude\c--Users-Dado-nutrihub-nutrihub\87c98652-911c-4eb6-becc-b0d5ed821908\scratchpad\shots\12-nutri-recei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046988"/>
            <a:ext cx="2260647" cy="4892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21240" y="6012180"/>
            <a:ext cx="29007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22960" y="2011680"/>
            <a:ext cx="3931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Acompanhamento por paciente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Diário, plano e métricas de cada paciente.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Convites monetizáveis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por tipo de serviço e preço.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Acervo de receitas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Públicas ou exclusivas para pacientes.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moderna, time enxuto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196596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0848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+ React Native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4963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código para iOS, Android e Web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0848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(Postgres)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24963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Auth, dados e RLS: cada um vê só o que é seu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38328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35021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913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e sincronização de dados do servidor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09360" y="338328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5021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+ Zod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37960" y="3913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global leve e formulários validados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480060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49194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Router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51560" y="53309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Navegação por arquivos com perfis separados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480060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49194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Location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37960" y="53309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de profissionais por geolocalização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457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38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74980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e visão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Notificações push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Lembretes de refeições, água e registro de medidas.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inline do nutricionista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Comentários direto no diário e nas métricas do paciente.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Monetização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Assinaturas no app para pacientes e profissionais.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Bef>
                <a:spcPts val="1000"/>
              </a:spcBef>
              <a:buSzPct val="100000"/>
              <a:buChar char="▪"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Fotos das refeições</a:t>
            </a:r>
            <a:pPr lvl="1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visual para análise qualitativa da adesão.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23760" y="2103120"/>
            <a:ext cx="4480560" cy="3017520"/>
          </a:xfrm>
          <a:prstGeom prst="roundRect">
            <a:avLst>
              <a:gd name="adj" fmla="val 3636"/>
            </a:avLst>
          </a:prstGeom>
          <a:solidFill>
            <a:srgbClr val="14532D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2514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NutriHub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43800" y="3154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BF7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 alimentar sai do papel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BF7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entra na rotina.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4380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Obrigado! Perguntas?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NutriHub — Apresentação</dc:title>
  <dc:subject>PptxGenJS Presentation</dc:subject>
  <dc:creator>NutriHub</dc:creator>
  <cp:lastModifiedBy>NutriHub</cp:lastModifiedBy>
  <cp:revision>1</cp:revision>
  <dcterms:created xsi:type="dcterms:W3CDTF">2026-07-10T23:01:42Z</dcterms:created>
  <dcterms:modified xsi:type="dcterms:W3CDTF">2026-07-10T23:01:42Z</dcterms:modified>
</cp:coreProperties>
</file>